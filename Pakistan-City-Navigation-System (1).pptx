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ource Sans 3" panose="020B0604020202020204" charset="0"/>
      <p:regular r:id="rId17"/>
    </p:embeddedFont>
    <p:embeddedFont>
      <p:font typeface="Source Serif 4 Semi Bold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98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391733"/>
            <a:ext cx="873704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Pakistan City Navigation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4547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console-based application simulating a route-planning network for up to 8 major cities in Pakistan.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019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37724" y="1712833"/>
            <a:ext cx="12954952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0"/>
              </a:lnSpc>
              <a:buNone/>
            </a:pPr>
            <a:r>
              <a:rPr lang="en-US" sz="8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Bridging Theory and Reality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837724" y="4887873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system utilizes fundamental Data Structures and Algorithms (DSA) to solve real-world problems, focusing on distance minimization and network cost optimization across the city network.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196697" y="6192322"/>
            <a:ext cx="12595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"We have successfully bridged the gap between theory and reality, creating a seamless tool that uses world-class algorithms to solve the real-world challenge of navigating Pakistan's major cities."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5923121"/>
            <a:ext cx="30480" cy="1304449"/>
          </a:xfrm>
          <a:prstGeom prst="rect">
            <a:avLst/>
          </a:prstGeom>
          <a:solidFill>
            <a:srgbClr val="BE49D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11548"/>
            <a:ext cx="796266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Objectives &amp; Algorithms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453289"/>
            <a:ext cx="4158734" cy="2864763"/>
          </a:xfrm>
          <a:prstGeom prst="roundRect">
            <a:avLst>
              <a:gd name="adj" fmla="val 510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3422809"/>
            <a:ext cx="4158734" cy="121920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5" name="Shape 3"/>
          <p:cNvSpPr/>
          <p:nvPr/>
        </p:nvSpPr>
        <p:spPr>
          <a:xfrm>
            <a:off x="2557998" y="3094315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BE49D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3382" y="3309699"/>
            <a:ext cx="287179" cy="2871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7519" y="4051697"/>
            <a:ext cx="356758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Shortest Path (Navigation)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07519" y="4547235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 the minimum distance between two specific cities.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235773" y="3453289"/>
            <a:ext cx="4158734" cy="2864763"/>
          </a:xfrm>
          <a:prstGeom prst="roundRect">
            <a:avLst>
              <a:gd name="adj" fmla="val 510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235773" y="3422809"/>
            <a:ext cx="4158734" cy="121920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1" name="Shape 8"/>
          <p:cNvSpPr/>
          <p:nvPr/>
        </p:nvSpPr>
        <p:spPr>
          <a:xfrm>
            <a:off x="6956048" y="3094315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BE49D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1432" y="3309699"/>
            <a:ext cx="287179" cy="28717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5569" y="4051697"/>
            <a:ext cx="361914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Minimum Spanning Tree (MST)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505569" y="4899184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 the minimum wire/road length needed to connect all cities (Network Planning).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9633823" y="3453289"/>
            <a:ext cx="4158853" cy="2864763"/>
          </a:xfrm>
          <a:prstGeom prst="roundRect">
            <a:avLst>
              <a:gd name="adj" fmla="val 510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9633823" y="3422809"/>
            <a:ext cx="4158853" cy="121920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54217" y="3094315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BE49D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9601" y="3309699"/>
            <a:ext cx="287179" cy="28717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903619" y="4051697"/>
            <a:ext cx="36192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Algorithm Implementation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903619" y="4899184"/>
            <a:ext cx="36192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and compare the efficiency of different Graph algorithms.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25479"/>
            <a:ext cx="5486400" cy="8229600"/>
          </a:xfrm>
          <a:prstGeom prst="rect">
            <a:avLst/>
          </a:prstGeom>
          <a:effectLst>
            <a:softEdge rad="952500"/>
          </a:effectLst>
        </p:spPr>
      </p:pic>
      <p:sp>
        <p:nvSpPr>
          <p:cNvPr id="3" name="Text 0"/>
          <p:cNvSpPr/>
          <p:nvPr/>
        </p:nvSpPr>
        <p:spPr>
          <a:xfrm>
            <a:off x="6324124" y="1031677"/>
            <a:ext cx="65029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Algorithmic Toolkit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094667"/>
            <a:ext cx="30480" cy="5103138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5" name="Shape 2"/>
          <p:cNvSpPr/>
          <p:nvPr/>
        </p:nvSpPr>
        <p:spPr>
          <a:xfrm>
            <a:off x="6354604" y="2094667"/>
            <a:ext cx="7468553" cy="2292548"/>
          </a:xfrm>
          <a:prstGeom prst="rect">
            <a:avLst/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93919" y="2341602"/>
            <a:ext cx="4102537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Shortest Path Algorithms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593919" y="2907506"/>
            <a:ext cx="69823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Dijkstra’s Algorithm: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Efficient for single-source shortest paths.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93919" y="3374231"/>
            <a:ext cx="698230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Floyd-Warshall Algorithm: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Used for all-pairs shortest paths and matrix-based calculations.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354604" y="4865965"/>
            <a:ext cx="7468553" cy="2331839"/>
          </a:xfrm>
          <a:prstGeom prst="rect">
            <a:avLst/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93919" y="5112901"/>
            <a:ext cx="6982301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Minimum Spanning Tree (MST) Algorithms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6593919" y="6101120"/>
            <a:ext cx="69823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Kruskal’s Algorithm: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Selects edges by weight (Greedy approach).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93919" y="6567845"/>
            <a:ext cx="69823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Prim’s Algorithm: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Grows a tree from a starting node.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078" y="642818"/>
            <a:ext cx="7863126" cy="68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Dijkstra’s Algorithm in Action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18078" y="1914406"/>
            <a:ext cx="3668316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Single-Source Shortest Path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18078" y="2491859"/>
            <a:ext cx="6890147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user selects Source ID 3 (Peshawar) and Destination ID 7 (Multan).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8078" y="3128605"/>
            <a:ext cx="6890147" cy="1366838"/>
          </a:xfrm>
          <a:prstGeom prst="roundRect">
            <a:avLst>
              <a:gd name="adj" fmla="val 7183"/>
            </a:avLst>
          </a:prstGeom>
          <a:solidFill>
            <a:srgbClr val="E8BE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98" y="3475196"/>
            <a:ext cx="292179" cy="233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7697" y="3420666"/>
            <a:ext cx="5896808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algorithm processes the weighted graph to calculate the minimum cost path.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8078" y="4758333"/>
            <a:ext cx="6890147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Route:</a:t>
            </a: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Peshawar -&gt; Islamabad -&gt; Lahore -&gt; Multan.</a:t>
            </a:r>
            <a:endParaRPr lang="en-US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1" y="883563"/>
            <a:ext cx="5326380" cy="60693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72451" y="620673"/>
            <a:ext cx="7571899" cy="132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Floyd-Warshall: All-Pairs Analysis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451" y="2278618"/>
            <a:ext cx="1122998" cy="16328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0000" y="2503170"/>
            <a:ext cx="264247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Input Selection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620000" y="2967990"/>
            <a:ext cx="6224349" cy="71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selects Shortest Path (Option 1) and specifies Peshawar (3) to Multan (7).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451" y="3911441"/>
            <a:ext cx="1122998" cy="16480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20000" y="4135993"/>
            <a:ext cx="264247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Dynamic Processing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620000" y="4600813"/>
            <a:ext cx="6224349" cy="734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calls the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run_floyd_warshall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function for all-pairs analysis.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451" y="5559504"/>
            <a:ext cx="1122998" cy="13476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20000" y="5784056"/>
            <a:ext cx="271295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Optimal Route Found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620000" y="6248876"/>
            <a:ext cx="6224349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Optimal route identified via Islamabad and Lahore.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272451" y="7159823"/>
            <a:ext cx="7571899" cy="449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Distance: 345.48 km</a:t>
            </a:r>
            <a:endParaRPr lang="en-US" sz="2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" y="754380"/>
            <a:ext cx="5006340" cy="67208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77069" y="842248"/>
            <a:ext cx="7484864" cy="496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Prim’s Algorithm for Network Planning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077069" y="1591628"/>
            <a:ext cx="7962662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Prim's algorithm grows the Minimum Spanning Tree (MST) from a starting node, optimizing connections for minimum total weight.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77069" y="2321481"/>
            <a:ext cx="168712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77069" y="2585323"/>
            <a:ext cx="7962662" cy="2286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7" name="Text 4"/>
          <p:cNvSpPr/>
          <p:nvPr/>
        </p:nvSpPr>
        <p:spPr>
          <a:xfrm>
            <a:off x="6077069" y="2715339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Initiation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077069" y="3064788"/>
            <a:ext cx="796266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selects MST (Option 2) and Prim's Algorithm (Option 1).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77069" y="3630097"/>
            <a:ext cx="168712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77069" y="3893939"/>
            <a:ext cx="7962662" cy="2286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1" name="Text 8"/>
          <p:cNvSpPr/>
          <p:nvPr/>
        </p:nvSpPr>
        <p:spPr>
          <a:xfrm>
            <a:off x="6077069" y="4023955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Edge Evaluation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077069" y="4373404"/>
            <a:ext cx="796266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algorithm evaluates edge candidates, marking them as "ACCEPTED" if they connect a new city.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77069" y="4938713"/>
            <a:ext cx="168712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77069" y="5202555"/>
            <a:ext cx="7962662" cy="2286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5" name="Text 12"/>
          <p:cNvSpPr/>
          <p:nvPr/>
        </p:nvSpPr>
        <p:spPr>
          <a:xfrm>
            <a:off x="6077069" y="5332571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Cycle Prevention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077069" y="5682020"/>
            <a:ext cx="796266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Edges are "REJECTED" if they create a cycle within the growing tree.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77069" y="6247328"/>
            <a:ext cx="168712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77069" y="6511171"/>
            <a:ext cx="7962662" cy="2286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9" name="Text 16"/>
          <p:cNvSpPr/>
          <p:nvPr/>
        </p:nvSpPr>
        <p:spPr>
          <a:xfrm>
            <a:off x="6077069" y="6641187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Final Output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077069" y="6990636"/>
            <a:ext cx="796266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optimized connections and the Total Network Weight.</a:t>
            </a:r>
            <a:endParaRPr lang="en-US" sz="13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17365"/>
            <a:ext cx="4709160" cy="6443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23273"/>
            <a:ext cx="116164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Kruskal’s Algorithm: The Greedy Approach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60604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Kruskal's algorithm builds the MST by sorting all potential roads by weight and selecting them greedily.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258264"/>
            <a:ext cx="12954952" cy="2800112"/>
          </a:xfrm>
          <a:prstGeom prst="roundRect">
            <a:avLst>
              <a:gd name="adj" fmla="val 35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1" y="3273504"/>
            <a:ext cx="11772899" cy="27848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84659" y="341709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Process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84659" y="3912632"/>
            <a:ext cx="339947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Sorts all edges by weight.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84659" y="4367451"/>
            <a:ext cx="339947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Evaluates each edge for inclusion.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84659" y="5205293"/>
            <a:ext cx="339947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Prevents cycles using Disjoint Set Union (DSU).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70383" y="341709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Status Logic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70383" y="3912632"/>
            <a:ext cx="85753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ACCEPTED: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Merges separate groups of cities.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970383" y="4439245"/>
            <a:ext cx="85753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REJECTED: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Both cities already belong to the same group (prevents cycles).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7724" y="6327577"/>
            <a:ext cx="12954952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MST Weight: 885.377 km</a:t>
            </a:r>
            <a:endParaRPr lang="en-US" sz="2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8977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Network Map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72546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models 8 major cities, including Islamabad, Lahore, Karachi, Peshawar, Quetta, Sukkur, Hyderabad, and Multan, connected by weighted roads.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323" y="3461385"/>
            <a:ext cx="5263753" cy="28725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675667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underlying code handles city coordinates, distance calculation, and graph structure management.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2576" y="656987"/>
            <a:ext cx="7471648" cy="140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Conclusion: Smart Logic, Efficient Design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2576" y="2540198"/>
            <a:ext cx="2291477" cy="788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8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6322576" y="3627239"/>
            <a:ext cx="2291477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Cities Modeled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22576" y="4121944"/>
            <a:ext cx="2291477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core network size.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912662" y="2540198"/>
            <a:ext cx="2291477" cy="788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8912662" y="3627239"/>
            <a:ext cx="2291477" cy="70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Algorithms Compared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12662" y="4473297"/>
            <a:ext cx="2291477" cy="1146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Dijkstra, Floyd-Warshall, Prim's, Kruskal's.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502747" y="2540198"/>
            <a:ext cx="2291477" cy="788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345.48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11502747" y="3627239"/>
            <a:ext cx="2291477" cy="70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Shortest Path (km)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2747" y="4473297"/>
            <a:ext cx="2291477" cy="76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 route distance.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680954" y="6157674"/>
            <a:ext cx="7113270" cy="1146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"Our Pakistan Navigation System is a powerful blend of smart logic and efficient design, transforming complex map data into the fastest routes and most cost-effective city networks."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6322576" y="5888950"/>
            <a:ext cx="30480" cy="1684377"/>
          </a:xfrm>
          <a:prstGeom prst="rect">
            <a:avLst/>
          </a:prstGeom>
          <a:solidFill>
            <a:srgbClr val="BE49D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586</Words>
  <Application>Microsoft Office PowerPoint</Application>
  <PresentationFormat>Custom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Source Sans 3</vt:lpstr>
      <vt:lpstr>Source Serif 4 Semi Bold</vt:lpstr>
      <vt:lpstr>Arial</vt:lpstr>
      <vt:lpstr>Source Serif 4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Microsoft account</cp:lastModifiedBy>
  <cp:revision>4</cp:revision>
  <dcterms:created xsi:type="dcterms:W3CDTF">2025-12-24T17:59:34Z</dcterms:created>
  <dcterms:modified xsi:type="dcterms:W3CDTF">2025-12-24T18:46:24Z</dcterms:modified>
</cp:coreProperties>
</file>